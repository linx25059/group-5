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6" r:id="rId3"/>
    <p:sldId id="257" r:id="rId4"/>
    <p:sldId id="264" r:id="rId5"/>
    <p:sldId id="259" r:id="rId6"/>
    <p:sldId id="260" r:id="rId7"/>
    <p:sldId id="265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6A86CD-CB9E-C716-79EA-A7BDD0480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7043" y="1472285"/>
            <a:ext cx="8861662" cy="1643265"/>
          </a:xfrm>
        </p:spPr>
        <p:txBody>
          <a:bodyPr>
            <a:normAutofit/>
          </a:bodyPr>
          <a:lstStyle/>
          <a:p>
            <a:r>
              <a:rPr sz="4800"/>
              <a:t>Iris Flower Classification Using Machine Learning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2393609-2424-3B09-CF18-D16EC9002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6727" y="3765813"/>
            <a:ext cx="8637072" cy="977621"/>
          </a:xfrm>
        </p:spPr>
        <p:txBody>
          <a:bodyPr>
            <a:noAutofit/>
          </a:bodyPr>
          <a:lstStyle/>
          <a:p>
            <a:r>
              <a:t>Advanced Computer Programming</a:t>
            </a:r>
          </a:p>
          <a:p>
            <a:r>
              <a:t>Group 5</a:t>
            </a:r>
          </a:p>
          <a:p>
            <a:r>
              <a:t>Instructor: DINH-TRUNG VU</a:t>
            </a:r>
            <a:endParaRPr lang="en-US"/>
          </a:p>
          <a:p>
            <a:r>
              <a:t>Members:</a:t>
            </a:r>
            <a:r>
              <a:rPr lang="zh-TW" altLang="zh-TW"/>
              <a:t>邱仁宏</a:t>
            </a:r>
            <a:r>
              <a:rPr lang="en-US" altLang="zh-TW"/>
              <a:t>-109022066</a:t>
            </a:r>
            <a:r>
              <a:rPr lang="zh-TW" altLang="en-US"/>
              <a:t> </a:t>
            </a:r>
            <a:r>
              <a:rPr lang="zh-TW" altLang="zh-TW"/>
              <a:t>陳逸凱</a:t>
            </a:r>
            <a:r>
              <a:rPr lang="en-US" altLang="zh-TW"/>
              <a:t>-110021085</a:t>
            </a:r>
            <a:r>
              <a:rPr lang="zh-TW" altLang="en-US" sz="1400"/>
              <a:t> </a:t>
            </a:r>
            <a:r>
              <a:rPr lang="zh-TW" altLang="zh-TW"/>
              <a:t>林哲熙</a:t>
            </a:r>
            <a:r>
              <a:rPr lang="en-US" altLang="zh-TW"/>
              <a:t>-110022106</a:t>
            </a:r>
            <a:endParaRPr lang="zh-TW" altLang="zh-TW" sz="1400"/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768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8BA244-8222-1268-3F0C-8314A72216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22500FA-03EF-EC6B-325E-3992885AC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1937" y="3795899"/>
            <a:ext cx="9248274" cy="1674459"/>
          </a:xfrm>
        </p:spPr>
        <p:txBody>
          <a:bodyPr>
            <a:normAutofit fontScale="32500" lnSpcReduction="20000"/>
          </a:bodyPr>
          <a:lstStyle/>
          <a:p>
            <a:r>
              <a:rPr lang="en-US" altLang="zh-TW" sz="6200">
                <a:latin typeface="標楷體" panose="03000509000000000000" pitchFamily="65" charset="-120"/>
                <a:ea typeface="標楷體" panose="03000509000000000000" pitchFamily="65" charset="-120"/>
              </a:rPr>
              <a:t>• </a:t>
            </a:r>
            <a:r>
              <a:rPr sz="6200">
                <a:latin typeface="標楷體" panose="03000509000000000000" pitchFamily="65" charset="-120"/>
                <a:ea typeface="標楷體" panose="03000509000000000000" pitchFamily="65" charset="-120"/>
              </a:rPr>
              <a:t>Apply machine learning techniques to classify iris flowers.</a:t>
            </a:r>
          </a:p>
          <a:p>
            <a:r>
              <a:rPr sz="6200">
                <a:latin typeface="標楷體" panose="03000509000000000000" pitchFamily="65" charset="-120"/>
                <a:ea typeface="標楷體" panose="03000509000000000000" pitchFamily="65" charset="-120"/>
              </a:rPr>
              <a:t>• Use the Iris dataset provided by Scikit-Learn.</a:t>
            </a:r>
          </a:p>
          <a:p>
            <a:r>
              <a:rPr sz="6200">
                <a:latin typeface="標楷體" panose="03000509000000000000" pitchFamily="65" charset="-120"/>
                <a:ea typeface="標楷體" panose="03000509000000000000" pitchFamily="65" charset="-120"/>
              </a:rPr>
              <a:t>• Compare different classification algorithms.</a:t>
            </a:r>
          </a:p>
        </p:txBody>
      </p:sp>
    </p:spTree>
    <p:extLst>
      <p:ext uri="{BB962C8B-B14F-4D97-AF65-F5344CB8AC3E}">
        <p14:creationId xmlns:p14="http://schemas.microsoft.com/office/powerpoint/2010/main" val="15287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BCB06E-A155-D186-0F4A-8A575C77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EB4C9F0-D1F8-AA1F-3A29-B657AB16B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999690"/>
            <a:ext cx="9603275" cy="37113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TW" sz="2800"/>
              <a:t>•</a:t>
            </a:r>
            <a:r>
              <a:rPr lang="en-US" altLang="zh-TW" sz="2800">
                <a:ea typeface="標楷體" panose="03000509000000000000" pitchFamily="65" charset="-120"/>
              </a:rPr>
              <a:t> Total samples: 150</a:t>
            </a:r>
          </a:p>
          <a:p>
            <a:pPr marL="0" indent="0">
              <a:buNone/>
            </a:pPr>
            <a:r>
              <a:rPr lang="en-US" altLang="zh-TW" sz="2800"/>
              <a:t>•</a:t>
            </a:r>
            <a:r>
              <a:rPr lang="en-US" altLang="zh-TW" sz="2800">
                <a:ea typeface="標楷體" panose="03000509000000000000" pitchFamily="65" charset="-120"/>
              </a:rPr>
              <a:t> Number of features: 4</a:t>
            </a:r>
          </a:p>
          <a:p>
            <a:pPr marL="0" indent="0">
              <a:buNone/>
            </a:pPr>
            <a:r>
              <a:rPr lang="en-US" altLang="zh-TW" sz="2800"/>
              <a:t>•</a:t>
            </a:r>
            <a:r>
              <a:rPr lang="en-US" altLang="zh-TW" sz="2800">
                <a:ea typeface="標楷體" panose="03000509000000000000" pitchFamily="65" charset="-120"/>
              </a:rPr>
              <a:t> Number of classes: 3</a:t>
            </a:r>
          </a:p>
          <a:p>
            <a:endParaRPr lang="en-US" altLang="zh-TW" sz="2800"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>
                <a:ea typeface="標楷體" panose="03000509000000000000" pitchFamily="65" charset="-120"/>
              </a:rPr>
              <a:t>Species:</a:t>
            </a:r>
          </a:p>
          <a:p>
            <a:pPr marL="0" indent="0">
              <a:buNone/>
            </a:pPr>
            <a:r>
              <a:rPr lang="en-US" altLang="zh-TW" sz="2800">
                <a:ea typeface="標楷體" panose="03000509000000000000" pitchFamily="65" charset="-120"/>
              </a:rPr>
              <a:t>- Setosa</a:t>
            </a:r>
          </a:p>
          <a:p>
            <a:pPr marL="0" indent="0">
              <a:buNone/>
            </a:pPr>
            <a:r>
              <a:rPr lang="en-US" altLang="zh-TW" sz="2800">
                <a:ea typeface="標楷體" panose="03000509000000000000" pitchFamily="65" charset="-120"/>
              </a:rPr>
              <a:t>Versicolor</a:t>
            </a:r>
          </a:p>
          <a:p>
            <a:pPr marL="0" indent="0">
              <a:buNone/>
            </a:pPr>
            <a:r>
              <a:rPr lang="en-US" altLang="zh-TW" sz="2800">
                <a:ea typeface="標楷體" panose="03000509000000000000" pitchFamily="65" charset="-120"/>
              </a:rPr>
              <a:t>- Virginica</a:t>
            </a:r>
          </a:p>
          <a:p>
            <a:pPr>
              <a:buFontTx/>
              <a:buChar char="-"/>
            </a:pPr>
            <a:endParaRPr lang="en-US" altLang="zh-TW" sz="280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FB4E621-9825-E6F6-8414-8D2267D7C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954" y="2068541"/>
            <a:ext cx="5682578" cy="378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31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BCB06E-A155-D186-0F4A-8A575C77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EB4C9F0-D1F8-AA1F-3A29-B657AB16B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654785"/>
            <a:ext cx="9603275" cy="37113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zh-TW" sz="2800"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>
                <a:ea typeface="標楷體" panose="03000509000000000000" pitchFamily="65" charset="-120"/>
              </a:rPr>
              <a:t>Features:</a:t>
            </a:r>
          </a:p>
          <a:p>
            <a:pPr marL="0" indent="0">
              <a:buNone/>
            </a:pPr>
            <a:r>
              <a:rPr lang="en-US" altLang="zh-TW" sz="2800">
                <a:ea typeface="標楷體" panose="03000509000000000000" pitchFamily="65" charset="-120"/>
              </a:rPr>
              <a:t>- Sepal Length</a:t>
            </a:r>
          </a:p>
          <a:p>
            <a:pPr marL="0" indent="0">
              <a:buNone/>
            </a:pPr>
            <a:r>
              <a:rPr lang="en-US" altLang="zh-TW" sz="2800">
                <a:ea typeface="標楷體" panose="03000509000000000000" pitchFamily="65" charset="-120"/>
              </a:rPr>
              <a:t>- Sepal Width</a:t>
            </a:r>
          </a:p>
          <a:p>
            <a:pPr marL="0" indent="0">
              <a:buNone/>
            </a:pPr>
            <a:r>
              <a:rPr lang="en-US" altLang="zh-TW" sz="2800">
                <a:ea typeface="標楷體" panose="03000509000000000000" pitchFamily="65" charset="-120"/>
              </a:rPr>
              <a:t>- Petal Length</a:t>
            </a:r>
          </a:p>
          <a:p>
            <a:pPr marL="0" indent="0">
              <a:buNone/>
            </a:pPr>
            <a:r>
              <a:rPr lang="en-US" altLang="zh-TW" sz="2800">
                <a:ea typeface="標楷體" panose="03000509000000000000" pitchFamily="65" charset="-120"/>
              </a:rPr>
              <a:t>- Petal Width</a:t>
            </a:r>
          </a:p>
          <a:p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A8602C6-7FBE-0029-39CF-BFE6DE56A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954" y="2068540"/>
            <a:ext cx="5682578" cy="378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424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KNN</a:t>
            </a:r>
          </a:p>
          <a:p>
            <a:pPr marL="0" indent="0">
              <a:buNone/>
            </a:pPr>
            <a:r>
              <a:t>• Decision Tree</a:t>
            </a:r>
          </a:p>
          <a:p>
            <a:pPr marL="0" indent="0">
              <a:buNone/>
            </a:pPr>
            <a:r>
              <a:t>• Random Forest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Training set: 80%</a:t>
            </a:r>
          </a:p>
          <a:p>
            <a:pPr marL="0" indent="0">
              <a:buNone/>
            </a:pPr>
            <a:r>
              <a:t>• Testing set: 20%</a:t>
            </a:r>
          </a:p>
          <a:p>
            <a:pPr marL="0" indent="0">
              <a:buNone/>
            </a:pPr>
            <a:r>
              <a:t>• </a:t>
            </a:r>
            <a:r>
              <a:rPr err="1"/>
              <a:t>random_state</a:t>
            </a:r>
            <a:r>
              <a:t> = 42</a:t>
            </a:r>
          </a:p>
          <a:p>
            <a:pPr marL="0" indent="0">
              <a:buNone/>
            </a:pPr>
            <a:r>
              <a:t>• </a:t>
            </a:r>
            <a:r>
              <a:rPr err="1"/>
              <a:t>train_test_split</a:t>
            </a:r>
            <a:r>
              <a:t>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94E4E6-4FC6-C907-B61E-4656826BF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992196"/>
          </a:xfrm>
        </p:spPr>
        <p:txBody>
          <a:bodyPr/>
          <a:lstStyle/>
          <a:p>
            <a:r>
              <a:rPr lang="en-US" altLang="zh-TW"/>
              <a:t>Data Preprocessing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3F35A26-7BD2-C7EB-16FE-C80B47B3D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1920028"/>
            <a:ext cx="6030062" cy="413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20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/>
              <a:t>• </a:t>
            </a:r>
            <a:r>
              <a:t>Libraries: Scikit-Learn</a:t>
            </a:r>
          </a:p>
          <a:p>
            <a:pPr marL="0" indent="0">
              <a:buNone/>
            </a:pPr>
            <a:r>
              <a:rPr lang="en-US" altLang="zh-TW"/>
              <a:t>• </a:t>
            </a:r>
            <a:r>
              <a:t>Functions:</a:t>
            </a:r>
          </a:p>
          <a:p>
            <a:pPr marL="0" indent="0">
              <a:buNone/>
            </a:pPr>
            <a:r>
              <a:t>• fit()</a:t>
            </a:r>
          </a:p>
          <a:p>
            <a:pPr marL="0" indent="0">
              <a:buNone/>
            </a:pPr>
            <a:r>
              <a:t>• predict()</a:t>
            </a:r>
          </a:p>
          <a:p>
            <a:pPr marL="0" indent="0">
              <a:buNone/>
            </a:pPr>
            <a:r>
              <a:t>• </a:t>
            </a:r>
            <a:r>
              <a:rPr err="1"/>
              <a:t>classification_report</a:t>
            </a:r>
            <a:r>
              <a:t>()</a:t>
            </a:r>
          </a:p>
          <a:p>
            <a:pPr marL="0" indent="0">
              <a:buNone/>
            </a:pPr>
            <a:r>
              <a:t>• accuracy_score()</a:t>
            </a:r>
          </a:p>
          <a:p>
            <a:endParaRPr/>
          </a:p>
          <a:p>
            <a:pPr marL="0" indent="0">
              <a:buNone/>
            </a:pPr>
            <a:r>
              <a:rPr lang="en-US" altLang="zh-TW"/>
              <a:t>• </a:t>
            </a:r>
            <a:r>
              <a:t>Insert main.py screenshot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/>
              <a:t>• </a:t>
            </a:r>
            <a:r>
              <a:t>Accuracy:</a:t>
            </a:r>
          </a:p>
          <a:p>
            <a:pPr marL="0" indent="0">
              <a:buNone/>
            </a:pPr>
            <a:r>
              <a:rPr lang="en-US" altLang="zh-TW"/>
              <a:t>• </a:t>
            </a:r>
            <a:r>
              <a:t>KNN:100%</a:t>
            </a:r>
          </a:p>
          <a:p>
            <a:pPr marL="0" indent="0">
              <a:buNone/>
            </a:pPr>
            <a:r>
              <a:rPr lang="en-US" altLang="zh-TW"/>
              <a:t>• </a:t>
            </a:r>
            <a:r>
              <a:t>Decision Tree:100%</a:t>
            </a:r>
          </a:p>
          <a:p>
            <a:pPr marL="0" indent="0">
              <a:buNone/>
            </a:pPr>
            <a:r>
              <a:rPr lang="en-US" altLang="zh-TW"/>
              <a:t>• </a:t>
            </a:r>
            <a:r>
              <a:t>Random Forest:100%</a:t>
            </a:r>
          </a:p>
          <a:p>
            <a:endParaRPr/>
          </a:p>
          <a:p>
            <a:pPr marL="0" indent="0">
              <a:buNone/>
            </a:pPr>
            <a:r>
              <a:rPr lang="en-US" altLang="zh-TW"/>
              <a:t>• </a:t>
            </a:r>
            <a:r>
              <a:t>Insert VS Code results screenshot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Successfully classified iris flowers.</a:t>
            </a:r>
          </a:p>
          <a:p>
            <a:pPr marL="0" indent="0">
              <a:buNone/>
            </a:pPr>
            <a:r>
              <a:t>• Compared three models.</a:t>
            </a:r>
          </a:p>
          <a:p>
            <a:pPr marL="0" indent="0">
              <a:buNone/>
            </a:pPr>
            <a:r>
              <a:t>• All models achieved 100% accuracy.</a:t>
            </a:r>
          </a:p>
          <a:p>
            <a:pPr marL="0" indent="0">
              <a:buNone/>
            </a:pPr>
            <a:r>
              <a:t>• Improved understanding of machine learning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TM10001114[[fn=圖庫]]</Template>
  <TotalTime>26</TotalTime>
  <Words>220</Words>
  <Application>Microsoft Office PowerPoint</Application>
  <PresentationFormat>寬螢幕</PresentationFormat>
  <Paragraphs>56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標楷體</vt:lpstr>
      <vt:lpstr>Arial</vt:lpstr>
      <vt:lpstr>Gill Sans MT</vt:lpstr>
      <vt:lpstr>圖庫</vt:lpstr>
      <vt:lpstr>Iris Flower Classification Using Machine Learning</vt:lpstr>
      <vt:lpstr>Project Introduction</vt:lpstr>
      <vt:lpstr>Dataset</vt:lpstr>
      <vt:lpstr>Dataset</vt:lpstr>
      <vt:lpstr>Machine Learning Models</vt:lpstr>
      <vt:lpstr>Data Preprocessing</vt:lpstr>
      <vt:lpstr>Data Preprocessing</vt:lpstr>
      <vt:lpstr>Implementation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仁宏 邱</dc:creator>
  <cp:lastModifiedBy>仁宏 邱</cp:lastModifiedBy>
  <cp:revision>2</cp:revision>
  <dcterms:created xsi:type="dcterms:W3CDTF">2026-06-11T18:23:20Z</dcterms:created>
  <dcterms:modified xsi:type="dcterms:W3CDTF">2026-06-11T18:52:33Z</dcterms:modified>
</cp:coreProperties>
</file>